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">
    <p:bg>
      <p:bgPr>
        <a:solidFill>
          <a:srgbClr val="0908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02920" cy="0"/>
          </a:xfrm>
          <a:prstGeom prst="line">
            <a:avLst/>
          </a:prstGeom>
          <a:noFill/>
          <a:ln w="38100">
            <a:solidFill>
              <a:srgbClr val="A716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21945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DA8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SOBRENATURAL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424160" y="644652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96E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VAMPIRE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96E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96E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8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lexis\Sitios Webs\Vampinfo Completa\seres_sobrenaturales\public\images\historia\origenes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0"/>
            <a:ext cx="53766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77840" y="0"/>
            <a:ext cx="6629400" cy="6858000"/>
          </a:xfrm>
          <a:prstGeom prst="rect">
            <a:avLst/>
          </a:prstGeom>
          <a:solidFill>
            <a:srgbClr val="09080B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" y="960120"/>
            <a:ext cx="640080" cy="0"/>
          </a:xfrm>
          <a:prstGeom prst="line">
            <a:avLst/>
          </a:prstGeom>
          <a:noFill/>
          <a:ln w="50800">
            <a:solidFill>
              <a:srgbClr val="D22B4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08760" y="78638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DA8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CRÓNICA ARCANA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6583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E9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Historia de las Brujas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13232" y="3182112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B7AB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Origen europeo, persecución y legado de la magia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13232" y="60533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2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CRÓNICAS DE UN UNIVERSO ORIGINAL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2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ORÍGENES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E9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magia sobrevivió a quienes intentaron borrarla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760720" cy="0"/>
          </a:xfrm>
          <a:prstGeom prst="line">
            <a:avLst/>
          </a:prstGeom>
          <a:noFill/>
          <a:ln w="12700">
            <a:solidFill>
              <a:srgbClr val="55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103120"/>
            <a:ext cx="5715000" cy="3611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7AB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historia de las brujas está marcada menos por un único lugar de nacimiento que por siglos de relatos, persecuciones, conocimiento oculto y transmisión familiar.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7AB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relatos se extienden por gran parte de Europa central y occidental. En muchas regiones se conserva más memoria de la cacería y la persecución que de los primeros orígenes de la magia.</a:t>
            </a:r>
            <a:endParaRPr lang="en-US" sz="1800" dirty="0"/>
          </a:p>
        </p:txBody>
      </p:sp>
      <p:pic>
        <p:nvPicPr>
          <p:cNvPr id="6" name="Image 0" descr="D:\Alexis\Sitios Webs\Vampinfo Completa\seres_sobrenaturales\public\images\historia\origenes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051560"/>
            <a:ext cx="4709160" cy="5074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12280" y="1051560"/>
            <a:ext cx="4709160" cy="50749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364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96E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22B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1E9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conocimiento arcano cambia con cada generación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789920" cy="0"/>
          </a:xfrm>
          <a:prstGeom prst="line">
            <a:avLst/>
          </a:prstGeom>
          <a:noFill/>
          <a:ln w="12700">
            <a:solidFill>
              <a:srgbClr val="5532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103120"/>
            <a:ext cx="10652760" cy="3611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7AB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brujas del Archivo Sobrenatural practican magia blanca y oscura, elaboran pociones y transmiten sus capacidades mediante linajes.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7AB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Algunas prolongan su vida. Otras desarrollan poderes que superan los conocimientos de generaciones anteriores.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B7AB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herencia no es solo sangre: también es memoria, disciplina y elección.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96E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E9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genealogía revela el nacimiento de nuevas órdenes</a:t>
            </a:r>
            <a:endParaRPr lang="en-US" sz="2800" dirty="0"/>
          </a:p>
        </p:txBody>
      </p:sp>
      <p:pic>
        <p:nvPicPr>
          <p:cNvPr id="3" name="Image 0" descr="D:\Alexis\Sitios Webs\Vampinfo Completa\seres_sobrenaturales\public\images\historia\arbo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10469880" cy="4526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608076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7AB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Árbol genealógico de las brujas y transmisión familiar de la magia.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96E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8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234440"/>
            <a:ext cx="1371600" cy="0"/>
          </a:xfrm>
          <a:prstGeom prst="line">
            <a:avLst/>
          </a:prstGeom>
          <a:noFill/>
          <a:ln w="50800">
            <a:solidFill>
              <a:srgbClr val="D22B4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87452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E9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magia nunca desaparece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920240" y="3108960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B7AB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 de manos, adopta nuevos nombres y espera a que una nueva heredera descubra su poder.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474720" y="5852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DA8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SOBRENATURAL · VAMPIRE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Archivo Sobrenatural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Historia de las Brujas</dc:title>
  <dc:subject>Historia del universo sobrenatural</dc:subject>
  <dc:creator>Vampire - Archivo Sobrenatural</dc:creator>
  <cp:lastModifiedBy>Vampire - Archivo Sobrenatural</cp:lastModifiedBy>
  <cp:revision>1</cp:revision>
  <dcterms:created xsi:type="dcterms:W3CDTF">2026-06-11T16:32:21Z</dcterms:created>
  <dcterms:modified xsi:type="dcterms:W3CDTF">2026-06-11T16:32:21Z</dcterms:modified>
</cp:coreProperties>
</file>